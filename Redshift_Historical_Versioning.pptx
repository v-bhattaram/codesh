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Historical Versioning with Version Key in Redshift</a:t>
            </a:r>
          </a:p>
          <a:p>
            <a:pPr lvl="1"/>
            <a:r>
              <a:t>Goal: Track changes (Insert, Update, Delete) using versioning.</a:t>
            </a:r>
          </a:p>
          <a:p>
            <a:pPr lvl="1"/>
            <a:r>
              <a:t>Maintain full history with incremental version_key.</a:t>
            </a:r>
          </a:p>
          <a:p>
            <a:pPr lvl="1"/>
            <a:r>
              <a:t>Use active_flag, created_dttm, updated_dttm for tracking.</a:t>
            </a:r>
          </a:p>
          <a:p>
            <a:pPr lvl="1"/>
            <a:r>
              <a:t>Generate effective start and end dates using LEAD/LAG.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dim_customer Table Design</a:t>
            </a:r>
          </a:p>
          <a:p>
            <a:pPr lvl="1"/>
            <a:r>
              <a:t>CREATE TABLE dim_customer (</a:t>
            </a:r>
          </a:p>
          <a:p>
            <a:pPr lvl="1"/>
            <a:r>
              <a:t>  customer_bk VARCHAR(50), -- business key</a:t>
            </a:r>
          </a:p>
          <a:p>
            <a:pPr lvl="1"/>
            <a:r>
              <a:t>  customer_name VARCHAR(200),</a:t>
            </a:r>
          </a:p>
          <a:p>
            <a:pPr lvl="1"/>
            <a:r>
              <a:t>  customer_type VARCHAR(50),</a:t>
            </a:r>
          </a:p>
          <a:p>
            <a:pPr lvl="1"/>
            <a:r>
              <a:t>  version_key INT,</a:t>
            </a:r>
          </a:p>
          <a:p>
            <a:pPr lvl="1"/>
            <a:r>
              <a:t>  created_dttm TIMESTAMP DEFAULT SYSDATE,</a:t>
            </a:r>
          </a:p>
          <a:p>
            <a:pPr lvl="1"/>
            <a:r>
              <a:t>  updated_dttm TIMESTAMP,</a:t>
            </a:r>
          </a:p>
          <a:p>
            <a:pPr lvl="1"/>
            <a:r>
              <a:t>  active_flag BOOLEAN,</a:t>
            </a:r>
          </a:p>
          <a:p>
            <a:pPr lvl="1"/>
            <a:r>
              <a:t>  PRIMARY KEY (customer_bk, version_key)</a:t>
            </a:r>
          </a:p>
          <a:p>
            <a:pPr lvl="1"/>
            <a:r>
              <a:t>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for Data Ingestion</a:t>
            </a:r>
          </a:p>
          <a:p>
            <a:pPr lvl="1"/>
            <a:r>
              <a:t>1. Load source snapshot into staging table.</a:t>
            </a:r>
          </a:p>
          <a:p>
            <a:pPr lvl="1"/>
            <a:r>
              <a:t>2. Compare staging vs active records to detect changes.</a:t>
            </a:r>
          </a:p>
          <a:p>
            <a:pPr lvl="1"/>
            <a:r>
              <a:t>3. Categorize: Insert (new), Update (changed), No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and Update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New and Update Changed Records</a:t>
            </a:r>
          </a:p>
          <a:p>
            <a:pPr lvl="1"/>
            <a:r>
              <a:t>Insert new business keys with version_key = 1.</a:t>
            </a:r>
          </a:p>
          <a:p>
            <a:pPr lvl="1"/>
            <a:r>
              <a:t>For updates: Close old version (set active_flag=false),</a:t>
            </a:r>
          </a:p>
          <a:p>
            <a:pPr lvl="1"/>
            <a:r>
              <a:t>Insert new version with version_key + 1.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Deletions from Source</a:t>
            </a:r>
          </a:p>
          <a:p>
            <a:pPr lvl="1"/>
            <a:r>
              <a:t>Update active_flag=false for records missing in source:</a:t>
            </a:r>
          </a:p>
          <a:p>
            <a:pPr lvl="1"/>
            <a:r>
              <a:t>UPDATE dim_customer</a:t>
            </a:r>
          </a:p>
          <a:p>
            <a:pPr lvl="1"/>
            <a:r>
              <a:t>SET active_flag = false, updated_dttm = SYSDATE</a:t>
            </a:r>
          </a:p>
          <a:p>
            <a:pPr lvl="1"/>
            <a:r>
              <a:t>WHERE active_flag = true AND customer_bk NOT IN (SELECT customer_bk FROM stg_customer);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Historical Timeline</a:t>
            </a:r>
          </a:p>
          <a:p>
            <a:pPr lvl="1"/>
            <a:r>
              <a:t>CREATE OR REPLACE VIEW vw_customer_history AS</a:t>
            </a:r>
          </a:p>
          <a:p>
            <a:pPr lvl="1"/>
            <a:r>
              <a:t>SELECT customer_bk, customer_name, customer_type, version_key,</a:t>
            </a:r>
          </a:p>
          <a:p>
            <a:pPr lvl="1"/>
            <a:r>
              <a:t>  created_dttm AS effective_start_dttm,</a:t>
            </a:r>
          </a:p>
          <a:p>
            <a:pPr lvl="1"/>
            <a:r>
              <a:t>  LEAD(created_dttm) OVER (PARTITION BY customer_bk ORDER BY version_key) AS effective_end_dttm,</a:t>
            </a:r>
          </a:p>
          <a:p>
            <a:pPr lvl="1"/>
            <a:r>
              <a:t>  active_flag</a:t>
            </a:r>
          </a:p>
          <a:p>
            <a:pPr lvl="1"/>
            <a:r>
              <a:t>FROM dim_customer;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Optimization and Design Tips</a:t>
            </a:r>
          </a:p>
          <a:p>
            <a:pPr lvl="1"/>
            <a:r>
              <a:t>Use DISTKEY/SORTKEY on business key.</a:t>
            </a:r>
          </a:p>
          <a:p>
            <a:pPr lvl="1"/>
            <a:r>
              <a:t>Wrap inserts/updates in transactions.</a:t>
            </a:r>
          </a:p>
          <a:p>
            <a:pPr lvl="1"/>
            <a:r>
              <a:t>Use Merge (Upsert) if available in Redshift.</a:t>
            </a:r>
          </a:p>
          <a:p>
            <a:pPr lvl="1"/>
            <a:r>
              <a:t>Compute LEAD/LAG in reporting, not ETL stage.</a:t>
            </a:r>
          </a:p>
          <a:p>
            <a:pPr lvl="1"/>
            <a:r>
              <a:t>Track source_dttm for late-arriving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SCD Implementation Summary</a:t>
            </a:r>
          </a:p>
          <a:p>
            <a:pPr lvl="1"/>
            <a:r>
              <a:t>Insert: New business key → version_key=1</a:t>
            </a:r>
          </a:p>
          <a:p>
            <a:pPr lvl="1"/>
            <a:r>
              <a:t>Update: Changed columns → increment version_key</a:t>
            </a:r>
          </a:p>
          <a:p>
            <a:pPr lvl="1"/>
            <a:r>
              <a:t>Delete: Missing from source → active_flag=false</a:t>
            </a:r>
          </a:p>
          <a:p>
            <a:pPr lvl="1"/>
            <a:r>
              <a:t>Query: Use LEAD/LAG for effective start-end history</a:t>
            </a:r>
          </a:p>
          <a:p>
            <a:pPr lvl="1"/>
            <a:r>
              <a:t>Result: Full historical dimension with change lineage.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